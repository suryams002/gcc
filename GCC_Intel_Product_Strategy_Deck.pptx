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66960" cy="4663440"/>
          </a:xfrm>
          <a:prstGeom prst="roundRect">
            <a:avLst/>
          </a:prstGeom>
          <a:solidFill>
            <a:srgbClr val="0E16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69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FLEXIPLE PRODUCT INTERNSHIP EVALUATION</a:t>
            </a:r>
          </a:p>
          <a:p>
            <a:pPr>
              <a:spcBef>
                <a:spcPts val="1200"/>
              </a:spcBef>
              <a:defRPr sz="3200" b="1">
                <a:solidFill>
                  <a:srgbClr val="F8FAFC"/>
                </a:solidFill>
              </a:defRPr>
            </a:pPr>
            <a:r>
              <a:t>GCC INTEL — PRODUCT STRATEGY DECK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India's AI-Powered Market Intelligence &amp; Location Advisory Terminal</a:t>
            </a:r>
          </a:p>
          <a:p>
            <a:pPr>
              <a:spcBef>
                <a:spcPts val="1800"/>
              </a:spcBef>
              <a:defRPr sz="1300">
                <a:solidFill>
                  <a:srgbClr val="CBD5E1"/>
                </a:solidFill>
              </a:defRPr>
            </a:pPr>
            <a:r>
              <a:t>Transforming enterprise GCC expansion decisions with verified data, real-time OpEx simulation, and zero-hallucination agentic RAG.</a:t>
            </a:r>
          </a:p>
          <a:p>
            <a:pPr>
              <a:spcBef>
                <a:spcPts val="2400"/>
              </a:spcBef>
              <a:defRPr sz="1100">
                <a:solidFill>
                  <a:srgbClr val="38BDF8"/>
                </a:solidFill>
              </a:defRPr>
            </a:pPr>
            <a:r>
              <a:t>🌐 Live Interactive App: https://cu5axikwdfpfurctzwhxtp.streamlit.app/</a:t>
            </a:r>
            <a:br/>
            <a:r>
              <a:t>💻 GitHub Repository: https://github.com/SURYAMS002/gcc</a:t>
            </a:r>
            <a:br/>
            <a:r>
              <a:t>👤 Author: Suryam S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Strategic Overview: Empowering Enterprise GCC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The Macro Shift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India's GCC sector is transitioning from cost-arbitrage back-offices to strategic global innovation engines (GCC 4.0).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Over 1,900 operational GCCs employ 1.9M+ professionals and generate $64.6B in direct economic value.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Scaling toward 2,500+ GCCs and $100B+ economic impact by 2030.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Average setup involves $15M-$50M+ in capital and multi-year lease commitments.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2. The Critical Problem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Strategic leaders navigate fragmented, conflicting reports and opaque real estate broker numbers.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Press releases conflate aspirational 5-year targets with actual ground-level operational workforce.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Complex state policies (Karnataka 2024, TN 2022, Telangana TS-iPASS) remain locked in PDFs.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Standard LLMs hallucinate office locations and invent salaries with zero auditability.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3. The GCC Intel Solution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Audited Enterprise Knowledgebase: 32 verified GCC case files across 5 hubs and 8 sectors.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Interactive OpEx Modeler: Real-time simulation of lease outlays, tech payroll, and state grants.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Grounded Agentic RAG: LangGraph multi-step audit pipeline with FAISS vector retrieval.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Production-Ready MVP: Live at cu5axikwdfpfurctzwhxtp.streamlit.app.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Enterprise Information Gap in India GCC Expansion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Blended Real Estate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Reports quote generic city-wide averages.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Bengaluru ORR (₹125/sqft/mo) vs Electronic City (₹55/sqft/mo) differ by over 120%.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Lease decisions risk multi-crore budget variances without micro-market granularity.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2. Target Inflation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Corporate PR announcements routinely announce 5,000-seat multi-year aspirations.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Actual day-1 operational headcount is often only 300-500 employees.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Distorting competitor intelligence and market capacity assessments.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3. Obscure Subsidies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State governments offer substantial incentives, but details are buried in gazettes.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Tamil Nadu offers ₹4,000/seat/mo training subsidies.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Telangana TS-iPASS grants statutory 30-day deemed clearances.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Most entrants fail to claim available subsidies due to lack of visibility.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4. LLM Hallucinations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Generic LLMs generate convincing falsehoods for high-stakes decisions.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Invent non-existent tech centers, fabricate compensation bands, and cite dead links.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Enterprises require strict mathematical accuracy and verified source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 High-Margin B2B Market Driven by Historic Tailwinds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TAM: $4.8 Billion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Global Corporate Location Intelligence &amp; Expansion Advisory.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Enterprises worldwide spend billions on Big 4 retainers, location strategy, commercial lease consultancy, and talent benchmarking.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Driven by nearshoring and global engineering decentralization.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SAM: $720 Million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India-Specific GCC Advisory, EOR Incubation &amp; Strategic Setup.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Over 500 new GCCs projected to enter India by 2030.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Each incoming GCC allocates $200k-$1M+ in preliminary feasibility studies, vendor searches, and advisory services.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SOM: $18 Million (Year 3)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Capturing 3.5% of annual incoming and expanding mid-market/enterprise GCC advisory workflows.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Monetized via tiered B2B SaaS terminal seats ($5k-$25k/yr) and vendor referral commissions.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Expanding into continuous talent &amp; real estate benchmarking.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TARGET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Multi-Stakeholder B2B Decision-Making Unit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CIO / VP Engineering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US/EU tech executives setting up a 150-500 person engineering hub.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Validating niche talent depth (AI/ML, Cloud, Quant Finance) and attrition risk.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Instant objective hub comparison without vendor bias.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Corporate Real Estate Head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Real estate directors budgeting Grade-A office leases across tech corridors.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Micro-market rental spreads, vacancy rates, and seat ratio standards (90 sqft/seat).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Rapid parametric modeling of annual lease outlays in INR Cr &amp; USD 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PE / VC Operating Partner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Growth-stage portfolio operations leaders guiding SaaS companies to scale in India.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EOR (Employer of Record) vs. Captive entity cost-benefit analysis.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Bypassing $150k consulting fees for early feasibility.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State Investment Agencies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Profile: State IT departments (e.g. Guidance TN, ITE&amp;C Telangana) seeking investments.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Key Need: Policy benchmarking vs. competitor states and promoting subsidies.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Value: Platform visibility to global decision-makers evaluating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GCC Intel: The Institutional Intelligence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Curated Data Registry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32 Audited GCC Records: Goldman Sachs, Boeing, Walmart, AstraZeneca, Ford, etc.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Granular Attributes: HQ, micro-market address, verified headcount, and expansion signals.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Verification Tiers: Transparent 'Verified Fact', 'Announcement', and 'Estimate' tags.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CSV Export: One-click directory download for offline modeling.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Parametric OpEx Modeler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Calculates Grade-A commercial lease budgets (INR Cr &amp; USD M) using CBRE Q2 2024 rates.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Models base engineering payroll using Michael Page 2024 compensation matrices.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Applies statutory state incentives (TN training grants, Haryana employment subsidies).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Recommends prime micro-markets with rent ranges and vacancy percentages.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Verifiable LangGraph Agent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5-Step Decision Loop: plan_and_search -&gt; calculate -&gt; draft -&gt; verify -&gt; finalize.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FAISS Vector Retrieval: gemini-embedding-2 indexing policy gazettes &amp; market reports.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Strict Grounding: Mandatory primary source citations with working URLs.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Zero-Hallucination Policy: Transparent abstention when verified data is unavailable.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PARAMETRIC OPEX MODELER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Simulating Commercial Leases, Payroll &amp; State Subsidies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Input Parameters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Target Hub: Bengaluru, Hyderabad, Chennai, Pune, or Gurugram.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Workforce Headcount: 50 to 1,000 employees (slider control).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Functional Specialization: Cloud Engineering, AI/ML, Quant Finance, Embedded Hardware.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Real-time reactive calculation upon slider modification.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Deterministic Math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Office Space = Headcount × 90 sq.ft (industry standard).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Commercial Lease = Space × Grade-A Rent × 12 months.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Base Payroll = Headcount × Function-Specific Market Salary Mean.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Annual Total OpEx = Commercial Lease + Base Payroll.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Evaluated via safe Python AST math to guarantee calculation precision.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Executive Outputs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High-contrast financial metric tiles in INR Crores and USD Millions.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Micro-market lease breakdown (e.g. HITEC City vs Financial District).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Statutory state subsidies callouts (e.g. ₹4,000/seat/mo in TN, EPF reimbursement in KA).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Direct export capability for executive investment committees.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AGENTIC RAG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Multi-Step Verification with Zero-Hallucination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LangGraph StateGraph Loop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1: Plan &amp; Vector Search — Query decomposition and FAISS semantic chunk search.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2: AST Benchmark Calculator — Safe evaluation of cost and workforce formulas.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3: Draft Advisory Briefing — Gemini 3.8 Flash synthesizes raw briefing.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4: Market Evidence Verifier — Audits claims against retrieved text chunks.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Node 5: Finalize Answer &amp; Citations — Generates final response with hyperlinks.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Vector Retrieval Pipeline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gemini-embedding-2: 3072-dimensional vector embeddings.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FAISS CPU Index: Cosine similarity vector search over high-density knowledge dossiers.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Chunk Metadata: Tracks canonical source URL, publication date, and confidence level.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Multi-city comparative retrieval enables cross-metro trade-off queries.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Zero-Hallucination Policy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Traditional LLMs invent answers when data is missing.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enforces automated evidence auditing.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If verified facts are absent, the agent explicitly returns a refusal to speculate.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Protects corporate decision-makers from multi-million dollar bad assumptions.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COMPETITIVE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Convergence of Research Depth, Speed &amp; Auditability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Big 4 Consulting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McKinsey, EY, PwC, BCG.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Deep custom strategic analysis.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High cost ($150k-$300k+), slow turnaround (8-12 weeks), static decks.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95% faster initial feasibility at 1/10th the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Real Estate Brokers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CBRE, JLL, Cushman &amp; Wakefield.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Accurate Grade-A office inventory.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Biased toward leasing transactions; zero talent or tech stack depth.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Objective multi-variable modeler combining CRE + talent + policy.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Legacy Analysts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Gartner, Everest Group, Zinnov.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Reputable industry reports.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Static annual PDFs, paywalled, cannot run dynamic parametric queries.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Interactive software terminal with real-time custom simulation.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828800"/>
            <a:ext cx="2011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Generic AI Models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Players: ChatGPT, Claude, Perplexity.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Pros: Broad natural language interface.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Cons: Hallucinates addresses, invents salaries, dead links, no math verification.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GCC Intel Difference: Domain-grounded vector database with LangGraph evidence auditing.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Tiered B2B SaaS Subscriptions &amp; Ecosystem Monetization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Freemium Terminal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Free (Lead Acquisition Hook).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Macro ecosystem KPIs, high-level city profiles, and 3 standard AI queries/month.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Purpose: Establish GCC Intel as the default discovery starting point for expanding tech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Professional License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$499 / user / month (or $4,990 / yr).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Full access to 32+ audited GCC dossiers, unlimited AI research agent queries, interactive OpEx modeler, and CSV directory export.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Target: Strategy teams, corporate development directors, and mid-market CXOs.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Enterprise Advisory License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Price: $25,000 / year (Multi-seat).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Includes: Dedicated tenant, custom headcount simulation models, EOR partner RFP module, quarterly dossier updates, and API access.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Plus: Ecosystem referral revenue from vetted EOR providers, real estate firms, and legal counsels.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PRODUCT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6-Month Strategic Horizon: From MVP to Enterprise Standard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Phase 1: Foundation (Month 1)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STATUS: LIVE &amp; DEPLOYED.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32 Audited GCC Profiles with primary source citations.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5 Tier-1 Metros comparative matrix.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Interactive OpEx &amp; Location Setup Modeler.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LangGraph multi-step research agent.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Live on Streamlit Cloud &amp; GitHub.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Phase 2: Tier-2 Hubs (Months 2-3)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Expand to Tier-2 Emerging GCC Hubs: Kochi, Ahmedabad, Coimbatore, Chandigarh, Jaipur.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EOR vs. Captive Cost Trade-Off Simulator.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Commercial Real Estate API Integration for live vacancy feeds.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Automated PDF Executive Board Briefing generator.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Phase 3: Enterprise Platform (Months 4-6)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Real-Time Talent Scraper &amp; Attrition Tracker by micro-market.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Enterprise Multi-Tenant Workspaces with SSO &amp; Team Sharing.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Partner Marketplace &amp; Request-for-Proposal (RFP) Workflow.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REST API &amp; Python SDK for enterprise corporate real estate systems.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GO-TO-MARKET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Product-Led Inbound Growth &amp; Institutional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Content-Led Inbound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Bi-weekly 'State of India GCCs' data reports published on LinkedIn and Substack.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Focus on micro-market cost anomalies, state incentive comparisons, and tech talent migrations.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Gated detailed breakdown models converting organic readers into active trial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2. Institutional Channel Partners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Co-marketing partnerships with US-India Business Council (USIBC) and NASSCOM.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Integration with EOR platforms (Deel, Remote) seeking to advise customers transitioning to captive entities.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Commercial real estate broker referral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3. Key Metrics &amp; North Star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North Star Metric: Number of verified location feasibility reports generated and exported per week.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Secondary Metrics: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Free-to-Paid Subscription Conversion Rate (&gt; 6%).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Modeler Scenario Runs per User Session (&gt; 4.2).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  - Net Revenue Retention (NRR &gt; 120%).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CONCLUSION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Production Delivery Summary &amp; Live Platform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645920"/>
            <a:ext cx="10332720" cy="4480560"/>
          </a:xfrm>
          <a:prstGeom prst="roundRect">
            <a:avLst/>
          </a:prstGeom>
          <a:solidFill>
            <a:srgbClr val="0E16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418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DELIVERABLE 1 COMPLETED — PRODUCTION-READY B2B PRODUCT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GCC Intel transforms high-stakes enterprise expansion decisions by bridging the gap between slow, exorbitant consulting retainers and unreliable, hallucinating AI chatbots.</a:t>
            </a:r>
          </a:p>
          <a:p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Project Achievements: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100% Isolated Architecture: FinSight in c:\FinSight and GCC Intel in c:\gcc are completely independent repositories.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Live Production Deployment: cu5axikwdfpfurctzwhxtp.streamlit.app deployed on Streamlit Community Cloud.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Audited Multi-Hop Dataset: 32 GCC case files, 5 metros, 8 service providers, and 15 primary sources.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Deterministic Financial Modeler: Parametric real estate lease outlays, tech payroll, and state subsidy calculations.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✓ LangGraph Verified RAG: Gemini 3.8 Flash + gemini-embedding-2 + FAISS with automated evidence verification.</a:t>
            </a:r>
          </a:p>
          <a:p>
            <a:pPr>
              <a:spcBef>
                <a:spcPts val="1400"/>
              </a:spcBef>
              <a:defRPr sz="1100" b="1">
                <a:solidFill>
                  <a:srgbClr val="38BDF8"/>
                </a:solidFill>
              </a:defRPr>
            </a:pPr>
            <a:r>
              <a:t>Live Platform: https://cu5axikwdfpfurctzwhxtp.streamlit.app/  |  GitHub: https://github.com/SURYAMS002/gcc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